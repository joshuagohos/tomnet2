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7ff2c1e70a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7ff2c1e70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0649" y="428275"/>
            <a:ext cx="3193251" cy="433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5925" y="282275"/>
            <a:ext cx="2153125" cy="200180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0877" y="2657500"/>
            <a:ext cx="2019700" cy="1918726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40275" y="209550"/>
            <a:ext cx="3906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</a:rPr>
              <a:t>A.</a:t>
            </a:r>
            <a:endParaRPr b="1" sz="1200">
              <a:solidFill>
                <a:schemeClr val="dk2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40275" y="2376450"/>
            <a:ext cx="3906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</a:rPr>
              <a:t>B</a:t>
            </a:r>
            <a:r>
              <a:rPr b="1" lang="en" sz="1200">
                <a:solidFill>
                  <a:schemeClr val="dk2"/>
                </a:solidFill>
              </a:rPr>
              <a:t>.</a:t>
            </a:r>
            <a:endParaRPr b="1" sz="1200">
              <a:solidFill>
                <a:schemeClr val="dk2"/>
              </a:solidFill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2678725" y="330875"/>
            <a:ext cx="3906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</a:rPr>
              <a:t>C</a:t>
            </a:r>
            <a:r>
              <a:rPr b="1" lang="en" sz="1200">
                <a:solidFill>
                  <a:schemeClr val="dk2"/>
                </a:solidFill>
              </a:rPr>
              <a:t>.</a:t>
            </a:r>
            <a:endParaRPr b="1" sz="1200">
              <a:solidFill>
                <a:schemeClr val="dk2"/>
              </a:solidFill>
            </a:endParaRPr>
          </a:p>
        </p:txBody>
      </p:sp>
      <p:pic>
        <p:nvPicPr>
          <p:cNvPr id="60" name="Google Shape;60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32550" y="1444750"/>
            <a:ext cx="2400850" cy="2254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 txBox="1"/>
          <p:nvPr/>
        </p:nvSpPr>
        <p:spPr>
          <a:xfrm>
            <a:off x="6368875" y="1127275"/>
            <a:ext cx="3906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</a:rPr>
              <a:t>D</a:t>
            </a:r>
            <a:r>
              <a:rPr b="1" lang="en" sz="1200">
                <a:solidFill>
                  <a:schemeClr val="dk2"/>
                </a:solidFill>
              </a:rPr>
              <a:t>.</a:t>
            </a:r>
            <a:endParaRPr b="1"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375" y="1280511"/>
            <a:ext cx="3207950" cy="240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4"/>
          <p:cNvPicPr preferRelativeResize="0"/>
          <p:nvPr/>
        </p:nvPicPr>
        <p:blipFill rotWithShape="1">
          <a:blip r:embed="rId4">
            <a:alphaModFix/>
          </a:blip>
          <a:srcRect b="25658" l="2078" r="34149" t="24420"/>
          <a:stretch/>
        </p:blipFill>
        <p:spPr>
          <a:xfrm>
            <a:off x="3941375" y="1349425"/>
            <a:ext cx="5091976" cy="226562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/>
          <p:cNvSpPr txBox="1"/>
          <p:nvPr/>
        </p:nvSpPr>
        <p:spPr>
          <a:xfrm>
            <a:off x="156775" y="1280500"/>
            <a:ext cx="3906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</a:rPr>
              <a:t>A.</a:t>
            </a:r>
            <a:endParaRPr b="1" sz="1200">
              <a:solidFill>
                <a:schemeClr val="dk2"/>
              </a:solidFill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3904325" y="1280500"/>
            <a:ext cx="3906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</a:rPr>
              <a:t>B.</a:t>
            </a:r>
            <a:endParaRPr b="1"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